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741" autoAdjust="0"/>
  </p:normalViewPr>
  <p:slideViewPr>
    <p:cSldViewPr snapToGrid="0" snapToObjects="1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88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IoT Sensor Network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Sensors : Thermal, Motion, GPS, Acoustic.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645920" cy="36576"/>
          </a:xfrm>
          <a:prstGeom prst="rect">
            <a:avLst/>
          </a:prstGeom>
          <a:solidFill>
            <a:srgbClr val="0984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20779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Lokesh Sakamuri Gajendra</a:t>
            </a:r>
          </a:p>
          <a:p>
            <a:pPr marL="0" indent="0">
              <a:buNone/>
            </a:pPr>
            <a:endParaRPr lang="en-US" sz="15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Cloud Computing — National College of Ireland</a:t>
            </a:r>
          </a:p>
          <a:p>
            <a:pPr marL="0" indent="0">
              <a:buNone/>
            </a:pP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Fog and Edge Computing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Giovani Estrada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</a:t>
            </a: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25103512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0" y="2194560"/>
            <a:ext cx="3474720" cy="219456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sensors generate massive noisy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cloud upload wastes bandwidth and delays threat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+ Fog layers filter and aggregate locally before cloud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backend auto-scales with zero server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B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Dashboard: http://military-dashboard-env.eba-3wmt7qy3.us-east-1.elasticbeanstalk.com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B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https://github.com/lokeshsg1091998/fog-and-edge-project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7F0DBA-928C-FBFD-1E1A-42B61D8AD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190" y="1874520"/>
            <a:ext cx="3719593" cy="25547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16" y="186767"/>
            <a:ext cx="40682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AWS Services used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93767" y="887193"/>
            <a:ext cx="73152" cy="71323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76647" y="905481"/>
            <a:ext cx="14354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6648" y="1143225"/>
            <a:ext cx="1702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— routes sensor messages between layers using pub/sub with mTLS certificates for security</a:t>
            </a:r>
          </a:p>
        </p:txBody>
      </p:sp>
      <p:sp>
        <p:nvSpPr>
          <p:cNvPr id="6" name="Shape 4"/>
          <p:cNvSpPr/>
          <p:nvPr/>
        </p:nvSpPr>
        <p:spPr>
          <a:xfrm>
            <a:off x="2079174" y="876822"/>
            <a:ext cx="73152" cy="71323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62054" y="895110"/>
            <a:ext cx="1291481" cy="23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62055" y="1132854"/>
            <a:ext cx="15196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 — buffers data spikes between fog and Lambda so no readings are lost during bursts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767" y="1790544"/>
            <a:ext cx="73152" cy="713232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6647" y="1808832"/>
            <a:ext cx="14354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(x2)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6648" y="2046576"/>
            <a:ext cx="1702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— Writer processes SQS batches into DynamoDB; Reader serves REST API. Both auto-scale to zero when idle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79174" y="1745502"/>
            <a:ext cx="73152" cy="713232"/>
          </a:xfrm>
          <a:prstGeom prst="rect">
            <a:avLst/>
          </a:prstGeom>
          <a:solidFill>
            <a:srgbClr val="0984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62054" y="1763790"/>
            <a:ext cx="1291481" cy="23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62054" y="2001534"/>
            <a:ext cx="15196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— stores time-series sensor data with partition key (sensor_type) + sort key (timestamp)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3767" y="2693895"/>
            <a:ext cx="73152" cy="71323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6647" y="2712183"/>
            <a:ext cx="1435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6648" y="2949927"/>
            <a:ext cx="1702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REST API — routes /sensor-data, /latest, /health requests to Lambda with CORS and throttling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79174" y="2614182"/>
            <a:ext cx="73152" cy="713232"/>
          </a:xfrm>
          <a:prstGeom prst="rect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262054" y="2632470"/>
            <a:ext cx="1291481" cy="23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62055" y="2870214"/>
            <a:ext cx="15196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Flask dashboard — managed platform with auto-scaling capability for the web 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3767" y="3622773"/>
            <a:ext cx="73152" cy="713232"/>
          </a:xfrm>
          <a:prstGeom prst="rect">
            <a:avLst/>
          </a:prstGeom>
          <a:solidFill>
            <a:srgbClr val="D630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6647" y="3641061"/>
            <a:ext cx="1435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6647" y="3878805"/>
            <a:ext cx="17025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2 alarms: queue depth &gt; 50 (pipeline backed up) and Lambda errors &gt; 5 (processing failure)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79174" y="3482862"/>
            <a:ext cx="73152" cy="71323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262054" y="3501150"/>
            <a:ext cx="1291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62055" y="3738894"/>
            <a:ext cx="15196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36E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auto-tests and deploys dashboard to EBS on every git push to main branch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80395" y="182879"/>
            <a:ext cx="5063606" cy="4668089"/>
          </a:xfrm>
          <a:prstGeom prst="rect">
            <a:avLst/>
          </a:prstGeom>
          <a:solidFill>
            <a:srgbClr val="F5F6FA"/>
          </a:solidFill>
          <a:ln w="6350">
            <a:solidFill>
              <a:srgbClr val="DFE6E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1999" y="594360"/>
            <a:ext cx="4572001" cy="405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ACA6B39-5594-92C4-9763-20BCA97D5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93" y="186767"/>
            <a:ext cx="5063606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Generation &amp; Edge Processing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generated (sensor_simulator.py)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8137" y="960119"/>
            <a:ext cx="3607388" cy="703665"/>
          </a:xfrm>
          <a:prstGeom prst="rect">
            <a:avLst/>
          </a:prstGeom>
          <a:solidFill>
            <a:srgbClr val="F5F6FA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540" y="960119"/>
            <a:ext cx="58725" cy="703665"/>
          </a:xfrm>
          <a:prstGeom prst="rect">
            <a:avLst/>
          </a:prstGeom>
          <a:solidFill>
            <a:srgbClr val="D630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9206" y="1159229"/>
            <a:ext cx="1006713" cy="251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60040" y="979714"/>
            <a:ext cx="2432890" cy="64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random.gauss(22, 4)°C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chance heat signature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intensity: 5-95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34212"/>
            <a:ext cx="3635730" cy="659927"/>
          </a:xfrm>
          <a:prstGeom prst="rect">
            <a:avLst/>
          </a:prstGeom>
          <a:solidFill>
            <a:srgbClr val="F5F6F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1" y="1825068"/>
            <a:ext cx="66470" cy="659927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9206" y="2020952"/>
            <a:ext cx="1039491" cy="235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8231" y="1856660"/>
            <a:ext cx="2512103" cy="60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chance detection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Velocity: 0-12 m/s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0-360°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199" y="2633601"/>
            <a:ext cx="3628325" cy="836327"/>
          </a:xfrm>
          <a:prstGeom prst="rect">
            <a:avLst/>
          </a:prstGeom>
          <a:solidFill>
            <a:srgbClr val="F5F6FA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199" y="2638250"/>
            <a:ext cx="59066" cy="836327"/>
          </a:xfrm>
          <a:prstGeom prst="rect">
            <a:avLst/>
          </a:prstGeom>
          <a:solidFill>
            <a:srgbClr val="0984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79" y="2909406"/>
            <a:ext cx="1012556" cy="29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19" y="2705287"/>
            <a:ext cx="2447010" cy="764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start (53.35, -6.26)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Gauss drift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patrol movement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09390"/>
            <a:ext cx="3635730" cy="795417"/>
          </a:xfrm>
          <a:prstGeom prst="rect">
            <a:avLst/>
          </a:prstGeom>
          <a:solidFill>
            <a:srgbClr val="F5F6FA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7618" y="3616907"/>
            <a:ext cx="45719" cy="78078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1371" y="3897587"/>
            <a:ext cx="1229396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19" y="3726159"/>
            <a:ext cx="2971804" cy="54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classification: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40%, Footstep 25%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Gunshot 5%, Aircraft 10%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640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processing (edge_layer.py)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159229"/>
            <a:ext cx="3797085" cy="726173"/>
          </a:xfrm>
          <a:prstGeom prst="rect">
            <a:avLst/>
          </a:prstGeom>
          <a:solidFill>
            <a:srgbClr val="F5F6FA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159229"/>
            <a:ext cx="421898" cy="726173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450927"/>
            <a:ext cx="421898" cy="34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1294214"/>
            <a:ext cx="3122047" cy="23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39" y="1474336"/>
            <a:ext cx="3122047" cy="358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readings outside physical limits.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garbage data reaching the cloud.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1795"/>
            <a:ext cx="3797085" cy="726172"/>
          </a:xfrm>
          <a:prstGeom prst="rect">
            <a:avLst/>
          </a:prstGeom>
          <a:solidFill>
            <a:srgbClr val="F5F6FA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281795"/>
            <a:ext cx="421898" cy="72617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2573493"/>
            <a:ext cx="421898" cy="34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49240" y="2469617"/>
            <a:ext cx="3122047" cy="23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Smoothing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2578612"/>
            <a:ext cx="3122047" cy="358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sensor noise and jitter.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424064"/>
            <a:ext cx="3797085" cy="726172"/>
          </a:xfrm>
          <a:prstGeom prst="rect">
            <a:avLst/>
          </a:prstGeom>
          <a:solidFill>
            <a:srgbClr val="F5F6FA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424064"/>
            <a:ext cx="421898" cy="72617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3715762"/>
            <a:ext cx="421898" cy="34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49240" y="3565082"/>
            <a:ext cx="3122047" cy="23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38" y="3751413"/>
            <a:ext cx="3122047" cy="358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IR&gt;70 = Intruder, vel&gt;8 = HIGH threat,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gunshot/aircraft = threat sound.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676514"/>
            <a:ext cx="7594169" cy="2286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4676514"/>
            <a:ext cx="7594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publish to military/raw/#  →  Edge subscribes, processes  →  Publishes to military/edge/#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3962" y="37114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Layer &amp; Serverless Backend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5601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layer (fog_layer.py)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19"/>
            <a:ext cx="3931920" cy="27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aggregation (last 6 readings per sensor)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Computes: avg temperature, max IR, detection rate, threat counts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to SQS (not directly to DynamoDB)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publishes MQTT summary to military/fog/processed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85601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pipeline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666300"/>
            <a:ext cx="4114800" cy="365760"/>
          </a:xfrm>
          <a:prstGeom prst="rect">
            <a:avLst/>
          </a:prstGeom>
          <a:solidFill>
            <a:srgbClr val="F5F6F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54880" y="1666300"/>
            <a:ext cx="54864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6845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8491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messages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0" y="19863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141788"/>
            <a:ext cx="4114800" cy="365760"/>
          </a:xfrm>
          <a:prstGeom prst="rect">
            <a:avLst/>
          </a:prstGeom>
          <a:solidFill>
            <a:srgbClr val="F5F6FA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2141788"/>
            <a:ext cx="54864" cy="3657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21600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(Writer)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3246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Batch=10, auto-scales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24618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17276"/>
            <a:ext cx="4114800" cy="365760"/>
          </a:xfrm>
          <a:prstGeom prst="rect">
            <a:avLst/>
          </a:prstGeom>
          <a:solidFill>
            <a:srgbClr val="F5F6FA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2617276"/>
            <a:ext cx="54864" cy="365760"/>
          </a:xfrm>
          <a:prstGeom prst="rect">
            <a:avLst/>
          </a:prstGeom>
          <a:solidFill>
            <a:srgbClr val="0984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26355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01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storage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29373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092764"/>
            <a:ext cx="4114800" cy="365760"/>
          </a:xfrm>
          <a:prstGeom prst="rect">
            <a:avLst/>
          </a:prstGeom>
          <a:solidFill>
            <a:srgbClr val="F5F6FA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3092764"/>
            <a:ext cx="54864" cy="3657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31110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(Reader)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2756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handler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34128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568252"/>
            <a:ext cx="4114800" cy="365760"/>
          </a:xfrm>
          <a:prstGeom prst="rect">
            <a:avLst/>
          </a:prstGeom>
          <a:solidFill>
            <a:srgbClr val="F5F6FA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3568252"/>
            <a:ext cx="54864" cy="365760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35865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7511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HTTP requests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2423160"/>
            <a:ext cx="3566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2670048"/>
            <a:ext cx="3566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0" y="182880"/>
            <a:ext cx="3840480" cy="320040"/>
          </a:xfrm>
          <a:prstGeom prst="rect">
            <a:avLst/>
          </a:prstGeom>
          <a:solidFill>
            <a:srgbClr val="F5F6FA"/>
          </a:solidFill>
          <a:ln w="635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4920" y="182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98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military-dashboard-env.eba-3wmt7qy3.us-east-1.elasticbeanstalk.com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965960" cy="502920"/>
          </a:xfrm>
          <a:prstGeom prst="rect">
            <a:avLst/>
          </a:prstGeom>
          <a:solidFill>
            <a:srgbClr val="F5F6F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704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961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values + anomaly badges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78608" y="685800"/>
            <a:ext cx="1965960" cy="502920"/>
          </a:xfrm>
          <a:prstGeom prst="rect">
            <a:avLst/>
          </a:prstGeom>
          <a:solidFill>
            <a:srgbClr val="F5F6FA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70048" y="704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70048" y="8961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readings per sensor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0016" y="685800"/>
            <a:ext cx="1965960" cy="5029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91456" y="704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91456" y="8961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Start/Stop, enable/disable sensors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21424" y="685800"/>
            <a:ext cx="1965960" cy="502920"/>
          </a:xfrm>
          <a:prstGeom prst="rect">
            <a:avLst/>
          </a:prstGeom>
          <a:solidFill>
            <a:srgbClr val="F5F6FA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12864" y="704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12864" y="8961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alerts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5F6FA"/>
          </a:solidFill>
          <a:ln w="12700">
            <a:solidFill>
              <a:srgbClr val="0984E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9C12B2C-32D1-1A99-0FC1-1FAF31897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3874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5638" y="879695"/>
            <a:ext cx="843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1993" cy="320040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56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intelligence reduces latency — anomaly detection happens in milliseconds, not round-trip to cloud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61993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6309" y="1664208"/>
            <a:ext cx="8056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decoupling is essential — one line change (send_message vs put_item) transformed a fragile pipeline into a resilient 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61993" cy="3200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08" y="2032254"/>
            <a:ext cx="8056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FaaS auto-scales from 0 to 1000 instances — zero ops overhead  for variable workloads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61993" cy="320040"/>
          </a:xfrm>
          <a:prstGeom prst="rect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7829" y="2425446"/>
            <a:ext cx="8056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intelligence needs the cloud — edge and fog layers make local decisions that save bandwidth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61993" cy="320040"/>
          </a:xfrm>
          <a:prstGeom prst="rect">
            <a:avLst/>
          </a:prstGeom>
          <a:solidFill>
            <a:srgbClr val="0984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010" y="2802249"/>
            <a:ext cx="8056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(IoT Core, DynamoDB, API Gateway) eliminate infrastructure management entirely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4130" y="3396609"/>
            <a:ext cx="8229600" cy="1120140"/>
          </a:xfrm>
          <a:prstGeom prst="rect">
            <a:avLst/>
          </a:prstGeom>
          <a:solidFill>
            <a:srgbClr val="F5F6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9" name="Text 37"/>
          <p:cNvSpPr/>
          <p:nvPr/>
        </p:nvSpPr>
        <p:spPr>
          <a:xfrm>
            <a:off x="617010" y="3442329"/>
            <a:ext cx="78638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98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Dashboard: http://military-dashboard-env.eba-3wmt7qy3.us-east-1.elasticbeanstalk.com/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010" y="3694620"/>
            <a:ext cx="78638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5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https://github.com/lokeshsg1091998/fog-and-edge-project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010" y="4036689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 — Build + Test + Deploy to Elastic Beanstalk on push to main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4235</TotalTime>
  <Words>705</Words>
  <Application>Microsoft Office PowerPoint</Application>
  <PresentationFormat>On-screen Show (16:9)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Microsoft Sans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Military IoT Sensor Network</dc:title>
  <dc:subject>PptxGenJS Presentation</dc:subject>
  <dc:creator>Lokesh</dc:creator>
  <cp:lastModifiedBy>Lokesh S G</cp:lastModifiedBy>
  <cp:revision>13</cp:revision>
  <dcterms:created xsi:type="dcterms:W3CDTF">2026-04-10T19:33:46Z</dcterms:created>
  <dcterms:modified xsi:type="dcterms:W3CDTF">2026-04-17T00:40:42Z</dcterms:modified>
</cp:coreProperties>
</file>